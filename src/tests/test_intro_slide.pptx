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71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  <a:latin typeface="Albert Sans"/>
              </a:defRPr>
            </a:pPr>
            <a:r>
              <a:t>Sample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77640"/>
            <a:ext cx="7315200" cy="9144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>
              <a:defRPr sz="2800" i="1">
                <a:solidFill>
                  <a:srgbClr val="32BEF2"/>
                </a:solidFill>
                <a:latin typeface="Albert Sans"/>
              </a:defRPr>
            </a:pPr>
            <a:r>
              <a:t>A Test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6400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>
                <a:solidFill>
                  <a:srgbClr val="333333"/>
                </a:solidFill>
                <a:latin typeface="Albert Sans"/>
              </a:defRPr>
            </a:pPr>
            <a:r>
              <a:t>March 7th,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