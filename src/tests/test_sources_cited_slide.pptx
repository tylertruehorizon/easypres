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article/1" TargetMode="External"/><Relationship Id="rId3" Type="http://schemas.openxmlformats.org/officeDocument/2006/relationships/hyperlink" Target="https://example.com/article/2" TargetMode="External"/><Relationship Id="rId4" Type="http://schemas.openxmlformats.org/officeDocument/2006/relationships/hyperlink" Target="https://example.com/article/3" TargetMode="External"/><Relationship Id="rId5" Type="http://schemas.openxmlformats.org/officeDocument/2006/relationships/hyperlink" Target="https://example.com/article/4" TargetMode="External"/><Relationship Id="rId6" Type="http://schemas.openxmlformats.org/officeDocument/2006/relationships/hyperlink" Target="https://example.com/article/5" TargetMode="External"/><Relationship Id="rId7" Type="http://schemas.openxmlformats.org/officeDocument/2006/relationships/hyperlink" Target="https://example.com/article/6" TargetMode="External"/><Relationship Id="rId8" Type="http://schemas.openxmlformats.org/officeDocument/2006/relationships/hyperlink" Target="https://example.com/article/7" TargetMode="External"/><Relationship Id="rId9" Type="http://schemas.openxmlformats.org/officeDocument/2006/relationships/hyperlink" Target="https://example.com/article/8" TargetMode="External"/><Relationship Id="rId10" Type="http://schemas.openxmlformats.org/officeDocument/2006/relationships/hyperlink" Target="https://example.com/article/9" TargetMode="External"/><Relationship Id="rId11" Type="http://schemas.openxmlformats.org/officeDocument/2006/relationships/hyperlink" Target="https://example.com/article/10" TargetMode="External"/><Relationship Id="rId12" Type="http://schemas.openxmlformats.org/officeDocument/2006/relationships/hyperlink" Target="https://example.com/article/11" TargetMode="External"/><Relationship Id="rId13" Type="http://schemas.openxmlformats.org/officeDocument/2006/relationships/hyperlink" Target="https://example.com/article/12" TargetMode="External"/><Relationship Id="rId14" Type="http://schemas.openxmlformats.org/officeDocument/2006/relationships/hyperlink" Target="https://example.com/article/13" TargetMode="External"/><Relationship Id="rId15" Type="http://schemas.openxmlformats.org/officeDocument/2006/relationships/hyperlink" Target="https://example.com/article/14" TargetMode="External"/><Relationship Id="rId16" Type="http://schemas.openxmlformats.org/officeDocument/2006/relationships/hyperlink" Target="https://example.com/article/15" TargetMode="External"/><Relationship Id="rId17" Type="http://schemas.openxmlformats.org/officeDocument/2006/relationships/hyperlink" Target="https://example.com/article/16" TargetMode="External"/><Relationship Id="rId18" Type="http://schemas.openxmlformats.org/officeDocument/2006/relationships/hyperlink" Target="https://example.com/article/17" TargetMode="External"/><Relationship Id="rId19" Type="http://schemas.openxmlformats.org/officeDocument/2006/relationships/hyperlink" Target="https://example.com/article/18" TargetMode="External"/><Relationship Id="rId20" Type="http://schemas.openxmlformats.org/officeDocument/2006/relationships/hyperlink" Target="https://example.com/article/19" TargetMode="External"/><Relationship Id="rId21" Type="http://schemas.openxmlformats.org/officeDocument/2006/relationships/hyperlink" Target="https://example.com/article/20" TargetMode="External"/><Relationship Id="rId22" Type="http://schemas.openxmlformats.org/officeDocument/2006/relationships/hyperlink" Target="https://example.com/article/21" TargetMode="External"/><Relationship Id="rId23" Type="http://schemas.openxmlformats.org/officeDocument/2006/relationships/hyperlink" Target="https://example.com/article/22" TargetMode="External"/><Relationship Id="rId24" Type="http://schemas.openxmlformats.org/officeDocument/2006/relationships/hyperlink" Target="https://example.com/article/23" TargetMode="External"/><Relationship Id="rId25" Type="http://schemas.openxmlformats.org/officeDocument/2006/relationships/hyperlink" Target="https://example.com/article/24" TargetMode="External"/><Relationship Id="rId26" Type="http://schemas.openxmlformats.org/officeDocument/2006/relationships/hyperlink" Target="https://example.com/article/25" TargetMode="External"/><Relationship Id="rId27" Type="http://schemas.openxmlformats.org/officeDocument/2006/relationships/hyperlink" Target="https://example.com/article/26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article/27" TargetMode="External"/><Relationship Id="rId3" Type="http://schemas.openxmlformats.org/officeDocument/2006/relationships/hyperlink" Target="https://example.com/article/28" TargetMode="External"/><Relationship Id="rId4" Type="http://schemas.openxmlformats.org/officeDocument/2006/relationships/hyperlink" Target="https://example.com/article/29" TargetMode="External"/><Relationship Id="rId5" Type="http://schemas.openxmlformats.org/officeDocument/2006/relationships/hyperlink" Target="https://example.com/article/30" TargetMode="External"/><Relationship Id="rId6" Type="http://schemas.openxmlformats.org/officeDocument/2006/relationships/hyperlink" Target="https://example.com/article/31" TargetMode="External"/><Relationship Id="rId7" Type="http://schemas.openxmlformats.org/officeDocument/2006/relationships/hyperlink" Target="https://example.com/article/32" TargetMode="External"/><Relationship Id="rId8" Type="http://schemas.openxmlformats.org/officeDocument/2006/relationships/hyperlink" Target="https://example.com/article/33" TargetMode="External"/><Relationship Id="rId9" Type="http://schemas.openxmlformats.org/officeDocument/2006/relationships/hyperlink" Target="https://example.com/article/34" TargetMode="External"/><Relationship Id="rId10" Type="http://schemas.openxmlformats.org/officeDocument/2006/relationships/hyperlink" Target="https://example.com/article/35" TargetMode="External"/><Relationship Id="rId11" Type="http://schemas.openxmlformats.org/officeDocument/2006/relationships/hyperlink" Target="https://example.com/article/36" TargetMode="External"/><Relationship Id="rId12" Type="http://schemas.openxmlformats.org/officeDocument/2006/relationships/hyperlink" Target="https://example.com/article/37" TargetMode="External"/><Relationship Id="rId13" Type="http://schemas.openxmlformats.org/officeDocument/2006/relationships/hyperlink" Target="https://example.com/article/38" TargetMode="External"/><Relationship Id="rId14" Type="http://schemas.openxmlformats.org/officeDocument/2006/relationships/hyperlink" Target="https://example.com/article/39" TargetMode="External"/><Relationship Id="rId15" Type="http://schemas.openxmlformats.org/officeDocument/2006/relationships/hyperlink" Target="https://example.com/article/40" TargetMode="External"/><Relationship Id="rId16" Type="http://schemas.openxmlformats.org/officeDocument/2006/relationships/hyperlink" Target="https://example.com/article/41" TargetMode="External"/><Relationship Id="rId17" Type="http://schemas.openxmlformats.org/officeDocument/2006/relationships/hyperlink" Target="https://example.com/article/42" TargetMode="External"/><Relationship Id="rId18" Type="http://schemas.openxmlformats.org/officeDocument/2006/relationships/hyperlink" Target="https://example.com/article/43" TargetMode="External"/><Relationship Id="rId19" Type="http://schemas.openxmlformats.org/officeDocument/2006/relationships/hyperlink" Target="https://example.com/article/44" TargetMode="External"/><Relationship Id="rId20" Type="http://schemas.openxmlformats.org/officeDocument/2006/relationships/hyperlink" Target="https://example.com/article/45" TargetMode="External"/><Relationship Id="rId21" Type="http://schemas.openxmlformats.org/officeDocument/2006/relationships/hyperlink" Target="https://example.com/article/46" TargetMode="External"/><Relationship Id="rId22" Type="http://schemas.openxmlformats.org/officeDocument/2006/relationships/hyperlink" Target="https://example.com/article/47" TargetMode="External"/><Relationship Id="rId23" Type="http://schemas.openxmlformats.org/officeDocument/2006/relationships/hyperlink" Target="https://example.com/article/48" TargetMode="External"/><Relationship Id="rId24" Type="http://schemas.openxmlformats.org/officeDocument/2006/relationships/hyperlink" Target="https://example.com/article/49" TargetMode="External"/><Relationship Id="rId25" Type="http://schemas.openxmlformats.org/officeDocument/2006/relationships/hyperlink" Target="https://example.com/article/50" TargetMode="External"/><Relationship Id="rId26" Type="http://schemas.openxmlformats.org/officeDocument/2006/relationships/hyperlink" Target="https://example.com/article/51" TargetMode="External"/><Relationship Id="rId27" Type="http://schemas.openxmlformats.org/officeDocument/2006/relationships/hyperlink" Target="https://example.com/article/52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article/53" TargetMode="External"/><Relationship Id="rId3" Type="http://schemas.openxmlformats.org/officeDocument/2006/relationships/hyperlink" Target="https://example.com/article/54" TargetMode="External"/><Relationship Id="rId4" Type="http://schemas.openxmlformats.org/officeDocument/2006/relationships/hyperlink" Target="https://example.com/article/55" TargetMode="External"/><Relationship Id="rId5" Type="http://schemas.openxmlformats.org/officeDocument/2006/relationships/hyperlink" Target="https://example.com/article/56" TargetMode="External"/><Relationship Id="rId6" Type="http://schemas.openxmlformats.org/officeDocument/2006/relationships/hyperlink" Target="https://example.com/article/57" TargetMode="External"/><Relationship Id="rId7" Type="http://schemas.openxmlformats.org/officeDocument/2006/relationships/hyperlink" Target="https://example.com/article/58" TargetMode="External"/><Relationship Id="rId8" Type="http://schemas.openxmlformats.org/officeDocument/2006/relationships/hyperlink" Target="https://example.com/article/59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Albert Sans"/>
              </a:defRPr>
            </a:pPr>
            <a:r>
              <a:t>Sources Cited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"/>
              </a:rPr>
              <a:t>Source 1: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3"/>
              </a:rPr>
              <a:t>Source 2: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4"/>
              </a:rPr>
              <a:t>Source 3: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5"/>
              </a:rPr>
              <a:t>Source 4: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6"/>
              </a:rPr>
              <a:t>Source 5: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7"/>
              </a:rPr>
              <a:t>Source 6: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8"/>
              </a:rPr>
              <a:t>Source 7: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9"/>
              </a:rPr>
              <a:t>Source 8: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0"/>
              </a:rPr>
              <a:t>Source 9: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1"/>
              </a:rPr>
              <a:t>Source 10: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2"/>
              </a:rPr>
              <a:t>Source 11: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3"/>
              </a:rPr>
              <a:t>Source 12: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4"/>
              </a:rPr>
              <a:t>Source 13: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5"/>
              </a:rPr>
              <a:t>Source 14: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6"/>
              </a:rPr>
              <a:t>Source 15: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7"/>
              </a:rPr>
              <a:t>Source 16: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8"/>
              </a:rPr>
              <a:t>Source 17: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9"/>
              </a:rPr>
              <a:t>Source 18: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0"/>
              </a:rPr>
              <a:t>Source 19: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1"/>
              </a:rPr>
              <a:t>Source 20: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2"/>
              </a:rPr>
              <a:t>Source 21: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3"/>
              </a:rPr>
              <a:t>Source 22: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4"/>
              </a:rPr>
              <a:t>Source 23: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5"/>
              </a:rPr>
              <a:t>Source 24: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6"/>
              </a:rPr>
              <a:t>Source 25: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7"/>
              </a:rPr>
              <a:t>Source 26: Example Article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Albert Sans"/>
              </a:defRPr>
            </a:pPr>
            <a:r>
              <a:t>Sources Cited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"/>
              </a:rPr>
              <a:t>Source 27: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3"/>
              </a:rPr>
              <a:t>Source 28: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4"/>
              </a:rPr>
              <a:t>Source 29: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5"/>
              </a:rPr>
              <a:t>Source 30: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6"/>
              </a:rPr>
              <a:t>Source 31: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7"/>
              </a:rPr>
              <a:t>Source 32: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8"/>
              </a:rPr>
              <a:t>Source 33: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9"/>
              </a:rPr>
              <a:t>Source 34: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0"/>
              </a:rPr>
              <a:t>Source 35: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1"/>
              </a:rPr>
              <a:t>Source 36: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2"/>
              </a:rPr>
              <a:t>Source 37: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3"/>
              </a:rPr>
              <a:t>Source 38: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4"/>
              </a:rPr>
              <a:t>Source 39: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5"/>
              </a:rPr>
              <a:t>Source 40: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6"/>
              </a:rPr>
              <a:t>Source 41: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7"/>
              </a:rPr>
              <a:t>Source 42: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8"/>
              </a:rPr>
              <a:t>Source 43: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19"/>
              </a:rPr>
              <a:t>Source 44: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0"/>
              </a:rPr>
              <a:t>Source 45: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1"/>
              </a:rPr>
              <a:t>Source 46: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2"/>
              </a:rPr>
              <a:t>Source 47: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3"/>
              </a:rPr>
              <a:t>Source 48: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4"/>
              </a:rPr>
              <a:t>Source 49: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5"/>
              </a:rPr>
              <a:t>Source 50: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6"/>
              </a:rPr>
              <a:t>Source 51: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7"/>
              </a:rPr>
              <a:t>Source 52: Example Article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Albert Sans"/>
              </a:defRPr>
            </a:pPr>
            <a:r>
              <a:t>Sources Cited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2"/>
              </a:rPr>
              <a:t>Source 53: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3"/>
              </a:rPr>
              <a:t>Source 54: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4"/>
              </a:rPr>
              <a:t>Source 55: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5"/>
              </a:rPr>
              <a:t>Source 56: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6"/>
              </a:rPr>
              <a:t>Source 57: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7"/>
              </a:rPr>
              <a:t>Source 58: Example Article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333333"/>
                </a:solidFill>
                <a:latin typeface="Albert Sans"/>
                <a:hlinkClick r:id="rId8"/>
              </a:rPr>
              <a:t>Source 59: Example Article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