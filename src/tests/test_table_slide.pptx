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  <a:latin typeface="Albert Sans"/>
              </a:defRPr>
            </a:pPr>
            <a:r>
              <a:t>FY25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43400" y="3657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33333"/>
                </a:solidFill>
                <a:latin typeface="Albert Sans"/>
              </a:defRPr>
            </a:pPr>
            <a:r>
              <a:t>Highlights include strong Service growth (+14%) and Net income (+19%), driven by strategic mix shifts and robust hardware performance.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71600"/>
          <a:ext cx="77724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386861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A5E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FY25 (USD m)</a:t>
                      </a:r>
                    </a:p>
                  </a:txBody>
                  <a:tcPr anchor="ctr">
                    <a:solidFill>
                      <a:srgbClr val="A5E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YoY</a:t>
                      </a:r>
                    </a:p>
                  </a:txBody>
                  <a:tcPr anchor="ctr">
                    <a:solidFill>
                      <a:srgbClr val="A5E2F9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Net sales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416,161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+6%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Net income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112,010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+19%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Services net sales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109,158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+14%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Net sales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416,161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+6%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Net income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112,010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+19%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Services net sales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109,158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+14%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Net sales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416,161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+6%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Net income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112,010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+19%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Services net sales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109,158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+14%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Net sales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416,161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+6%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Net income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112,010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+19%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Services net sales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109,158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Albert Sans"/>
                        </a:defRPr>
                      </a:pPr>
                      <a:r>
                        <a:t>+14%</a:t>
                      </a:r>
                    </a:p>
                  </a:txBody>
                  <a:tcPr anchor="ctr">
                    <a:solidFill>
                      <a:srgbClr val="E5F6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