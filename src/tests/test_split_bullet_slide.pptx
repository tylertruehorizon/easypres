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400300"/>
            <a:ext cx="4114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  <a:latin typeface="Albert Sans"/>
              </a:defRPr>
            </a:pPr>
            <a:r>
              <a:t>Strategy &amp; Growth Initiatives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60420"/>
            <a:ext cx="41148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>
                <a:solidFill>
                  <a:srgbClr val="333333"/>
                </a:solidFill>
                <a:latin typeface="Albert Sans"/>
              </a:defRPr>
            </a:pPr>
            <a:r>
              <a:t>Focus on driving growth through premium hardware innovation, service expansion, and heavy R&amp;D investment in AI. Bolstering supply chain resilience while expanding into key global markets.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640080"/>
            <a:ext cx="3383280" cy="635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0" y="741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Albert Sans"/>
              </a:defRPr>
            </a:pPr>
            <a:r>
              <a:t>Premium Hardware Cadence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107440"/>
            <a:ext cx="3383280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8E8E8E"/>
                </a:solidFill>
                <a:latin typeface="Albert Sans"/>
              </a:defRPr>
            </a:pPr>
            <a:r>
              <a:t>New launches for iPhone Pro, Mac, iPad, and Vision Pro to sustain market leadership.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1755648"/>
            <a:ext cx="3383280" cy="635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8572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Albert Sans"/>
              </a:defRPr>
            </a:pPr>
            <a:r>
              <a:t>Services Expansion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223008"/>
            <a:ext cx="3383280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8E8E8E"/>
                </a:solidFill>
                <a:latin typeface="Albert Sans"/>
              </a:defRPr>
            </a:pPr>
            <a:r>
              <a:t>Growth in advertising, App Store, cloud, Apple Pay, and AppleCare revenue streams.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871216"/>
            <a:ext cx="3383280" cy="635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97281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Albert Sans"/>
              </a:defRPr>
            </a:pPr>
            <a:r>
              <a:t>R&amp;D Investment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338576"/>
            <a:ext cx="3383280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8E8E8E"/>
                </a:solidFill>
                <a:latin typeface="Albert Sans"/>
              </a:defRPr>
            </a:pPr>
            <a:r>
              <a:t>10% YoY increase ($34.6B) targeting AI, on-device intelligence, and spatial computing.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3986784"/>
            <a:ext cx="3383280" cy="635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408838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Albert Sans"/>
              </a:defRPr>
            </a:pPr>
            <a:r>
              <a:t>Supply Chain Resilience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54144"/>
            <a:ext cx="3383280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8E8E8E"/>
                </a:solidFill>
                <a:latin typeface="Albert Sans"/>
              </a:defRPr>
            </a:pPr>
            <a:r>
              <a:t>Navigating tariffs and geopolitical risks to ensure stability in production and distribution.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5102352"/>
            <a:ext cx="3383280" cy="635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52039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Albert Sans"/>
              </a:defRPr>
            </a:pPr>
            <a:r>
              <a:t>Geographic Expansion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5569712"/>
            <a:ext cx="3383280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8E8E8E"/>
                </a:solidFill>
                <a:latin typeface="Albert Sans"/>
              </a:defRPr>
            </a:pPr>
            <a:r>
              <a:t>Focusing on Europe and Japan while addressing demand fluctuations in China.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6217920"/>
            <a:ext cx="3383280" cy="635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