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Financial Highlights – FY2025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lbert Sans"/>
              </a:defRPr>
            </a:pPr>
            <a:r>
              <a:t>Overview of FY2025 financial performance including strong operational cash flow, significant capital returns to shareholders via buybacks and dividends, and continued investment in R&amp;D.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Cash &amp; Securities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$132.4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Op. Cash Flow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$111.5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Share Repurchase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$90.7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Term Debt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$90.7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Share Repurchase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$90.7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Term Debt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$90.7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