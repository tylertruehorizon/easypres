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1959B3"/>
              </a:solidFill>
            </c:spPr>
          </c:dPt>
          <c:dPt>
            <c:idx val="1"/>
            <c:spPr>
              <a:solidFill>
                <a:srgbClr val="6590CC"/>
              </a:solidFill>
            </c:spPr>
          </c:dPt>
          <c:dPt>
            <c:idx val="2"/>
            <c:spPr>
              <a:solidFill>
                <a:srgbClr val="B2C7E5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27</c:v>
                </c:pt>
                <c:pt idx="2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ayout>
        <c:manualLayout>
          <c:xMode/>
          <c:x val="0.1"/>
        </c:manualLayout>
      </c:layout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09560" y="201168"/>
            <a:ext cx="777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000000"/>
                </a:solidFill>
                <a:latin typeface="Arial"/>
              </a:rPr>
              <a:t>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183880" y="548640"/>
            <a:ext cx="502920" cy="381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7909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0000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39547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5024"/>
            <a:ext cx="3954780" cy="502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2020" y="1024128"/>
            <a:ext cx="39547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2020" y="1335024"/>
            <a:ext cx="3954780" cy="177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2020" y="2973628"/>
            <a:ext cx="39547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00">
                <a:solidFill>
                  <a:srgbClr val="000000"/>
                </a:solidFill>
                <a:latin typeface="Arial"/>
              </a:defRPr>
            </a:pPr>
            <a:r>
              <a:t>Mix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732020" y="3229660"/>
          <a:ext cx="3954780" cy="29882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